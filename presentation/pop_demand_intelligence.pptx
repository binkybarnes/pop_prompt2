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POP Demand &amp; Order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5A623"/>
                </a:solidFill>
              </a:rPr>
              <a:t>Hack the Coast 2026  ·  Prince of Peace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F4F7"/>
                </a:solidFill>
              </a:rPr>
              <a:t>CPG importer/distributor  ·  Tiger Balm · POP Ginger Chews · Ferrero
~800 SKUs  ·  3 DCs (SF / NJ / LA)  ·  No WMS, no API — CSV/Excel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</a:rPr>
              <a:t>Two deliverables:  Reorder Alert  +  Demand Curve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How POP buys today — and why it breaks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120640" cy="5120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</a:rPr>
              <a:t>Today's Manual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Open Excel export of recent sales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Eyeball last few months — guess ~500 cases/mo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Check current inventory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Recall lead time from memory (~90 days China)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Place PO manually — repeat for 1,000 SKUs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No alert system — buyer must remember to check every SKU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34440"/>
            <a:ext cx="5760720" cy="5120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</a:rPr>
              <a:t>What Goes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783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Promo months included → inflated baseline → over-order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Stockout months included → deflated baseline → under-order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~23% of rows are noise (promo / markdown / stockout)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Safety stock is one-size-fits-all across 800 SKUs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• No per-DC visibility — SF, NJ, LA treated as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846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78A"/>
                </a:solidFill>
              </a:rPr>
              <a:t>Our fix: strip the noise first, then do the math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Cleaned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Three filters applied to 236,818 transactions across 3 years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01168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43584"/>
            <a:ext cx="1920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188720"/>
            <a:ext cx="109728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43584"/>
            <a:ext cx="10058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188720"/>
            <a:ext cx="676656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243584"/>
            <a:ext cx="66751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Method / Finding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201168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95144"/>
            <a:ext cx="1920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🔴  Promo / TPR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240280"/>
            <a:ext cx="109728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295144"/>
            <a:ext cx="10058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10.2%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240280"/>
            <a:ext cx="676656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295144"/>
            <a:ext cx="66751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Chargeback file: 6,868 rows → 5,004 real TPRs (73%) after removing publication fees, shelf-talker fees, trade-show charges. Join on Customer × Brand × Month.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2011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346704"/>
            <a:ext cx="1920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🟠  Markdown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91840"/>
            <a:ext cx="1097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3346704"/>
            <a:ext cx="10058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13.3%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291840"/>
            <a:ext cx="6766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346704"/>
            <a:ext cx="66751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Per-(SKU × channel) median price; flag rows &lt; 85% of median. Per-channel threshold crucial — Health Food shelf premiums broke a pooled median.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43400"/>
            <a:ext cx="201168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398264"/>
            <a:ext cx="1920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🟡  Stockout / Lost Demand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343400"/>
            <a:ext cx="109728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4398264"/>
            <a:ext cx="10058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343400"/>
            <a:ext cx="6766560" cy="10515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4398264"/>
            <a:ext cx="66751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Reconstructed 3 yrs of inventory by rewinding from today's snapshot. Nearly all flags = T-32206 SF, 4 weeks in May–Jun 2023. DC substitution masked most stockouts.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394960"/>
            <a:ext cx="20116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449824"/>
            <a:ext cx="19202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✅  Clean Demand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5394960"/>
            <a:ext cx="1097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5449824"/>
            <a:ext cx="100584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77.2%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394960"/>
            <a:ext cx="6766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5449824"/>
            <a:ext cx="667512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None of the above. This is the organic run-rate signal fed to the reorder math and elasticity curves.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Key insight: POP's demand is promo/markdown-polluted (22.8%), not stockout-polluted (0.04%). The cleaning job is promo separation, not lost-sales imputation.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Channel-Level Demand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Same SKU — three very different demand behaviors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28600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43584"/>
            <a:ext cx="21945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118872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243584"/>
            <a:ext cx="10972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188720"/>
            <a:ext cx="137160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2" y="124358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Clean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188720"/>
            <a:ext cx="137160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24358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Elasticity 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188720"/>
            <a:ext cx="539496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243584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22860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569464"/>
            <a:ext cx="21945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MM  American Mainstream
(Target, Walmart, Kroger)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514600"/>
            <a:ext cx="118872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2569464"/>
            <a:ext cx="10972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113,226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514600"/>
            <a:ext cx="13716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256946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67.5%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514600"/>
            <a:ext cx="13716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256946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−3.33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51460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569464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Most promo-heavy. Retailers run heavy TPR calendars. Fat safety stock needed — volume swings with every promo.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2286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895344"/>
            <a:ext cx="21945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AM  Asian Ethnic Market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840480"/>
            <a:ext cx="11887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3895344"/>
            <a:ext cx="10972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107,399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840480"/>
            <a:ext cx="1371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2" y="389534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85.9%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3840480"/>
            <a:ext cx="13716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2" y="389534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−3.96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84048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3895344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Cleanest signal. Almost no promos run. Most elastic — price cuts do move volume. Best channel to read organic trend.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166360"/>
            <a:ext cx="22860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5221224"/>
            <a:ext cx="21945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HF  Health Food
(Whole Foods, Natural Grocers)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5166360"/>
            <a:ext cx="118872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5221224"/>
            <a:ext cx="109728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16,189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5166360"/>
            <a:ext cx="13716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3632" y="522122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56.2%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5166360"/>
            <a:ext cx="137160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85232" y="5221224"/>
            <a:ext cx="1280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−1.31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5166360"/>
            <a:ext cx="5394960" cy="1325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6832" y="5221224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Most polluted AND most inelastic. Distributor-mediated — price changes barely move volume. Don't run TPRs here; you'll just give away margin.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Implication: one-size-fits-all safety stock is wrong. Per-channel elasticity drives per-SKU buffer sizing in F1.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Before / After: Tiger Balm Patch Warm (T-32206)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Showcase SKU — MM channel, ~17,700 units/week at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2004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4358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188720"/>
            <a:ext cx="32004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24358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Raw (before)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188720"/>
            <a:ext cx="32004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24358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Clean (after)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188720"/>
            <a:ext cx="21945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0112" y="1243584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6596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2082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"Promo"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96596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02082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55%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96596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02082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</a:rPr>
              <a:t>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965960"/>
            <a:ext cx="219456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2" y="2020824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−45 pp after fee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4320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9806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Weekly run rate MM-NJ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74320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279806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~19,000 u/wk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74320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279806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</a:rPr>
              <a:t>15,348 u/wk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2743200"/>
            <a:ext cx="2194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2798064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~20% lower — organic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2044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57530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Suggested PO (NJ)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52044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9312" y="357530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Over-estimated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520440"/>
            <a:ext cx="320040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357530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</a:rPr>
              <a:t>7,571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3520440"/>
            <a:ext cx="219456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3575304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Right-sized to true demand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9768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35254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SF DC alert?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29768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9312" y="435254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</a:rPr>
              <a:t>Would fire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429768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4352544"/>
            <a:ext cx="31089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</a:rPr>
              <a:t>Suppressed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4297680"/>
            <a:ext cx="2194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2" y="4352544"/>
            <a:ext cx="21031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SF has 49-wk cover post-2023 dip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480560"/>
            <a:ext cx="11430000" cy="960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553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Reorder output across all SKUs:  165 alerts  ·  57 SKUs × 3 DCs  ·  109 high-confidence / 28 medium / 96 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965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Low-confidence = missing lead time or case-pack in item master — flagged for manual review, not suppressed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Reorder Alert Backtesting (F1)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</a:rPr>
              <a:t>Validating alert quality against historical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941832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2A4A"/>
                </a:solidFill>
              </a:rPr>
              <a:t>⏳  Results pending — placeholder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1430000" cy="2560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Re-run reorder alerts on historical clean demand (hold out last 6 months)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Compare each fired alert to whether that SKU × DC actually ran low in the subsequent lead-time window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Metric 1 — Precision: of flagged SKUs, what % actually ran below safety stock? (measures false alarms)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Metric 2 — Recall: of real stockout events, what % did we flag in advance? (measures missed alerts)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</a:rPr>
              <a:t>• Metric 3 — Dollar value of avoided stockouts vs. cost of excess safety stock ordered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Assumptions, Limitations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Hack the Coast 2026 · Prince of Peace Enterprises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5074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Promo join granularity is Brand × Month — over-flags adjacent sub-brands in same customer-month (conservative bias, acceptable)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Off-invoice TPR: some retailers use rebate-style TPR (chargeback settles discount, not on-invoice price cut) → elasticity β underestimates true promo response for those accounts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Historical inventory reconstructed, not measured — 2.3% null weeks; all flagged as low-confidence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14 SKUs lack parsed lead time → fall back to 13-week default, flagged low-confidence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No forecasting — organic run rate is a trailing average, not a forward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94960" cy="2331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78A"/>
                </a:solidFill>
              </a:rPr>
              <a:t>What Surprised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Fee filtering cut 'promo' rows from 55% → 10% — the single biggest accuracy improvement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Stockouts are nearly irrelevant (0.04%); DC substitution absorbs most supply gaps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</a:rPr>
              <a:t>• Per-channel markdown thresholds — pooled medians were off by 6× in Health Food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749039"/>
            <a:ext cx="5394960" cy="2560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2219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</a:rPr>
              <a:t>V2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24528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Web app UI — pipeline is wired, connect a viz layer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SKU-level chargeback join → finer promo tagging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Isotonic regression fallback for kinked demand curves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Stockout lost-demand dollar quantification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Confirm off-invoice TPR treatment with POP president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